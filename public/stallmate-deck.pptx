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8686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stallmate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Stallmate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The operating system for India's stall-booking economy.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SEED ROUND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28600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4F46E5"/>
                </a:solidFill>
                <a:latin typeface="Calibri"/>
              </a:rPr>
              <a:t>50,000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56616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74151"/>
                </a:solidFill>
                <a:latin typeface="Calibri"/>
              </a:rPr>
              <a:t>community events / year in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20624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run on WhatsApp, Google Sheets, and cash.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12064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Calibri"/>
              </a:rPr>
              <a:t>We're building the platform that runs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Stallmate · Investor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Three sides. Three failures. Zero tooling.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₹6,400 Cr of stall-booking GMV runs on WhatsApp forwards and cash.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3566160" cy="34747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566160" cy="137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🏘️  Venue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RWA / Gated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No idea what residents actually want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Same repeat vendors, no new blood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Revenue invisible — 'informal'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035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No data to share with organisers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468880"/>
            <a:ext cx="3566160" cy="34747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468880"/>
            <a:ext cx="3566160" cy="137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🎯  Event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154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Organiser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6576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Calls 30 RWAs to find a 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06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Re-creates every event from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548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Payment chasing eats 20% of fees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53035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No tool to pitch vendors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2468880"/>
            <a:ext cx="3566160" cy="34747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0" y="2468880"/>
            <a:ext cx="3566160" cy="137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697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🛍️  Vendor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154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Small business / MSME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6576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Pays ₹3K–20K upfront, no footfall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206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Shows up — residents wanted plants, not sarees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7548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No financing → weaker vendors locked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3035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•  No portable reputation across venues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Stallmate · Investor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One platform. Three dashboards. Five data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Stallmate closes the feedback loop no one else has.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3291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3291840" cy="3200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Calibri"/>
              </a:rPr>
              <a:t>Venue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Owns Aparna Sarovar.
Shares demand poll in
resident WhatsApp group.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743200"/>
            <a:ext cx="3291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743200"/>
            <a:ext cx="3291840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246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Calibri"/>
              </a:rPr>
              <a:t>Event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8404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Sees 'residents want
food 40%, fashion 25%'
pre-filled in creation.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743200"/>
            <a:ext cx="3291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743200"/>
            <a:ext cx="329184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Calibri"/>
              </a:rPr>
              <a:t>Vendor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404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Books stall with real
demand signal.
Gets BNPL + reputation.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86200" y="3840480"/>
            <a:ext cx="41148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680960" y="3840480"/>
            <a:ext cx="41148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← Reviews · earnings · reputation flow back to all three sides 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Stallmate · Investor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₹6,400 Cr TAM. ₹900 Cr SOM in 5 years.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Bigger than Indian food delivery was in 2013.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6858000" cy="43891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Gated communities (top 20 cities)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420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F46E5"/>
                </a:solidFill>
                <a:latin typeface="Calibri"/>
              </a:rPr>
              <a:t>28,000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992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Corporate campuses / IT parks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9992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F46E5"/>
                </a:solidFill>
                <a:latin typeface="Calibri"/>
              </a:rPr>
              <a:t>4,500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6858000" cy="43891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564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Events per venue per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4564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F46E5"/>
                </a:solidFill>
                <a:latin typeface="Calibri"/>
              </a:rPr>
              <a:t>4 –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136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Stall fee per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9136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F46E5"/>
                </a:solidFill>
                <a:latin typeface="Calibri"/>
              </a:rPr>
              <a:t>₹3K – ₹20K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97680"/>
            <a:ext cx="6858000" cy="43891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Total annual stall-booking GMV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3708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F46E5"/>
                </a:solidFill>
                <a:latin typeface="Calibri"/>
              </a:rPr>
              <a:t>₹6,400 Cr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6858000" cy="438912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280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74151"/>
                </a:solidFill>
                <a:latin typeface="Calibri"/>
              </a:rPr>
              <a:t>Platform + BNPL take-rate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8280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9E0B"/>
                </a:solidFill>
                <a:latin typeface="Calibri"/>
              </a:rPr>
              <a:t>12 – 18%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12080"/>
            <a:ext cx="6858000" cy="438912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74151"/>
                </a:solidFill>
                <a:latin typeface="Calibri"/>
              </a:rPr>
              <a:t>Serviceable Obtainable Market (5-yr)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2852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9E0B"/>
                </a:solidFill>
                <a:latin typeface="Calibri"/>
              </a:rPr>
              <a:t>₹900 Cr / yr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468880"/>
            <a:ext cx="3931920" cy="3474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697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HYDERABAD BEACH-HEAD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20040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600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2976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gated communities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7548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₹40 Cr annual GMV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2120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Calibri"/>
              </a:rPr>
              <a:t>→ 2% national market → our launchpad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Stallmate · Investor Deck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The demand loop in 4 touch-points — already 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Every click creates data nobody else has.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RWA shares poll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One-tap share from venue dashboard
into resident WhatsApp group.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246888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75888" y="27432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743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36576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Residents vote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429768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Food 40% · Fashion 25% · Plants 15%
Standardised, deduped, rate-limited.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46888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28816" y="27432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743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6576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Organiser creates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429768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Demand chips pre-fill stallCategories.
Copy-paste from past events.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7424" y="246888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1744" y="27432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2743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36576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Vendor books with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429768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Demand bars on event page.
BNPL financing. Portable reputation.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Stallmate · Investor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6 revenue streams. 7-week venue payback.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We monetise the whole event lifecycle, not just listings.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3657600" cy="12801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91440" cy="1280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Booking commission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Calibri"/>
              </a:rPr>
              <a:t>5 – 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on every stall fee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2468880"/>
            <a:ext cx="3657600" cy="12801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468880"/>
            <a:ext cx="91440" cy="1280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BNPL 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0175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Calibri"/>
              </a:rPr>
              <a:t>2 – 3% /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3832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on pay-after-event stalls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2468880"/>
            <a:ext cx="3657600" cy="12801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2468880"/>
            <a:ext cx="91440" cy="1280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Setup-kit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30175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Calibri"/>
              </a:rPr>
              <a:t>10 – 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33832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margin on tents + signage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3657600" cy="12801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86200"/>
            <a:ext cx="91440" cy="1280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690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Smart-Score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Calibri"/>
              </a:rPr>
              <a:t>₹2,500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00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per organiser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3886200"/>
            <a:ext cx="3657600" cy="12801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3886200"/>
            <a:ext cx="91440" cy="1280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40690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Premium venue listings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4348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Calibri"/>
              </a:rPr>
              <a:t>₹1,000 / 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800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per venue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3886200"/>
            <a:ext cx="3657600" cy="12801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3886200"/>
            <a:ext cx="91440" cy="1280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6" y="40690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Sponsor matchmaking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44348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Calibri"/>
              </a:rPr>
              <a:t>10% cut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4800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on facilitated deals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394960"/>
            <a:ext cx="11109960" cy="10058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Calibri"/>
              </a:rPr>
              <a:t>YEAR-2 UNIT ECONOMICS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₹1.44 L margin / venue / yr   ·   CAC: ₹6,000   ·   Payback: 7 weeks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Stallmate · Investor Deck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Built. Live. Not slideware.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http://69.62.80.48/stallmate — log in, walk the full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2743200" cy="1645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4F46E5"/>
                </a:solidFill>
                <a:latin typeface="Calibri"/>
              </a:rPr>
              <a:t>172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74151"/>
                </a:solidFill>
                <a:latin typeface="Calibri"/>
              </a:rPr>
              <a:t>files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2468880"/>
            <a:ext cx="2743200" cy="1645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26060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4F46E5"/>
                </a:solidFill>
                <a:latin typeface="Calibr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611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74151"/>
                </a:solidFill>
                <a:latin typeface="Calibri"/>
              </a:rPr>
              <a:t>Prisma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2468880"/>
            <a:ext cx="2743200" cy="1645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26060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4F46E5"/>
                </a:solidFill>
                <a:latin typeface="Calibri"/>
              </a:rPr>
              <a:t>156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3611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74151"/>
                </a:solidFill>
                <a:latin typeface="Calibri"/>
              </a:rPr>
              <a:t>API endpoints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07424" y="2468880"/>
            <a:ext cx="2743200" cy="1645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7424" y="26060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4F46E5"/>
                </a:solidFill>
                <a:latin typeface="Calibri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3611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74151"/>
                </a:solidFill>
                <a:latin typeface="Calibri"/>
              </a:rPr>
              <a:t>page routes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1109960" cy="1737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REALISTIC SEEDED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3 flagship venues · 53 real Hyderabad events · 4 organiser companies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11 past events · 55 bookings · 29 reviews · 11 BNPL settlements · 90 demand votes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Missing = GTM, not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Stallmate · Investor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Listing directories don't compound. Data does.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After 12 months per venue, our predictor beats the RWA's gut 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274320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468880"/>
            <a:ext cx="320040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6060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468880"/>
            <a:ext cx="521208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What they miss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BookMyStall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9718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108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Listing directory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97180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1089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No demand signal, no BNPL, no reputation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274320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EventsHigh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474720"/>
            <a:ext cx="320040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36118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Consumer ticketing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474720"/>
            <a:ext cx="521208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6118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B2C-only, not vendor-centric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776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148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WhatsApp groups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97764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4114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Zero-friction discovery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97764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114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Zero data, zero trust, zero scale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80560"/>
            <a:ext cx="274320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617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Local organisers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480560"/>
            <a:ext cx="320040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46177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Hyper-local relationships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480560"/>
            <a:ext cx="521208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6177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Single-city ceiling, can't cross venues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983480"/>
            <a:ext cx="2743200" cy="502920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1206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Stallmate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4983480"/>
            <a:ext cx="3200400" cy="502920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51206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3-sided marketplace + data loop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4983480"/>
            <a:ext cx="5212080" cy="502920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51206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— nothing ; we close the loop 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Calibri"/>
              </a:rPr>
              <a:t>Our moat: resident demand graph + vendor reputation graph + event-outcome dataset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Stallmate · Investor Deck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Hyderabad → 4 cities → Tier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Every city launch uses the playbook from the city before.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65760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78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1 · Next 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Hyderabad beach-head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15 pilot gated communities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5 organisers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46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300 vendors onboarded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120 events · ₹2.5 Cr GMV · ₹18 L rev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246888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468880"/>
            <a:ext cx="365760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578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2 · Months 4–12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246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4-city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840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Bangalore, Pune, Chennai launched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BNPL live with NBFC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846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₹5 Cr credit line deployed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5349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500 vendors / mo · ₹4 Cr ARR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246888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2468880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2578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3 · Year 2+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3246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Tier-2 + extensions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3840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Vizag, Indore, Coimbatore, Kochi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Fundraisers, schools, festivals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4846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₹40 Cr annual GMV run-rate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5349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•  Series A ready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Stallmate · Investor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>
                <a:solidFill>
                  <a:srgbClr val="FFFFFF"/>
                </a:solidFill>
                <a:latin typeface="Calibri"/>
              </a:rPr>
              <a:t>₹8 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59E0B"/>
                </a:solidFill>
                <a:latin typeface="Calibri"/>
              </a:rPr>
              <a:t>Close in 45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59E0B"/>
                </a:solidFill>
                <a:latin typeface="Calibri"/>
              </a:rPr>
              <a:t>Deploy Hyderabad in 60.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your@email · +91 XXXXX XXXXX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82880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Calibri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74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venue &amp; vendor 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317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Calibr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377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BNPL, mobile, ML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8346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880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3 city launches,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3375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Calibri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FSSAI, MSME, schemes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8404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1D5DB"/>
                </a:solidFill>
                <a:latin typeface="Calibri"/>
              </a:rP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886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Reserve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4937760"/>
            <a:ext cx="6217920" cy="1371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50292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Calibri"/>
              </a:rPr>
              <a:t>WHAT YOU 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3492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M3: 15 paying pilot venues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6692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M9: 500 vendors transacting / 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9893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M18: Series A ready, ₹4 Cr ARR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Stallmate · Investor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